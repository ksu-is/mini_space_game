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730E9-CE56-4828-8910-01E38FE25A9C}" v="17" dt="2025-11-19T20:48:49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458C-3F4E-5C07-4EF1-E5B9012ED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B78ED-389D-065E-621B-AE15B6C01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9717-2221-FB17-A657-75089665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E4202-7F0E-4192-485C-C3483093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FF375-802E-B7B0-806E-82AFA52C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7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E434-2479-0097-0BD8-C4C37D85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6308-7D34-6E2F-AFDA-231A8324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5F8E5-5AD3-0E99-2647-E741C93D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12E7A-BBE1-B21E-40AC-4453201D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F18E9-CB82-8869-0754-9808F6F1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6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B2C2-AF74-F909-0CA9-4C16FCE8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063C8-0D08-CD3C-F3DC-D66263118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6DBFA-8B30-1254-F1D4-7018C49F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1D7AF-9606-18A5-1B03-A898A618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1D05-2040-8FD9-FF0D-6E317472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4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65A2-2B3A-AEAD-5BD0-BE741B5B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ED601-FDFA-751A-0EF6-716374C2C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C6415-E6BE-88DC-A5DC-5A6ECA024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D5F69-8BA5-25C3-BE9D-313F3017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7A768-31FB-38D4-0EA1-7278F8BA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69EE6-5200-A8D3-FC4B-54C7C6AF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D756-92E8-36E4-6DAB-59823A379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5E78-F2EE-3FC6-E8E0-02657A46F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E9C77-1C73-481A-7D66-12B750D26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BBC90-23B4-807F-F493-8938CB0ED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3C9BB-D4C5-1F96-EC36-07D3687C0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C388D-F65F-E3A6-285C-6E9BE478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ED3F7-37E5-80E8-1952-2A53CFCE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10DF2-858B-6210-4596-0879D35E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0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24FD-C5F8-CBCC-930A-74D0E6B2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3E5BAB-E48E-BC9D-68E3-4D15D7AE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2B319-0D86-5F99-5E62-C49DD444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F5FAE-6FB1-DF32-6651-4613F6F0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9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2EA38-AFE2-EC0B-10F3-17660ACB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F2F43-BD14-B40E-397B-03D2461D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F5FA4-BD6F-D5F2-FD1C-12041718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78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7825-ED3E-44ED-C4B7-89AD5CB8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5E93-822F-CEA5-7EE6-5CA0B7A7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2CBB5-ED41-6C62-B423-33016A510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11C0-B298-88D8-03C6-0F802F8D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E932F-8FE2-DAF9-6769-5D5F56E9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87753-A76B-F9EB-6325-492878CE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6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733F-5400-42B4-B16B-00C5DB97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0FD5C-45DA-7866-F1D0-37DBA303F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17F3D-0161-4687-9DFB-39AD9C86B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41611-F60B-AEDD-64BF-6AE2067C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604B5-AEA5-4037-9D62-4E3203D4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BBE98-3706-A52F-17D6-F3583C7D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4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01F6-12F5-76E1-7C0F-665BFFDB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6C64E-47AE-A6DD-4B3B-C3A5E34C1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30CD-60A3-98BD-601D-B297A8F0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672F1-A913-1AE5-B5DC-8DF0501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E75E1-6EB2-0B94-F459-CA40EAAE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B3EB4-6EA0-F7B7-389B-4385073E0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C314B-3840-884C-8BE2-CF3BBF3B7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FDF18-6F1D-14F4-A7E7-1E1A1B09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E9117-0ECB-EF90-63F3-F9BA3B2F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B7BB4-315D-D52D-85CE-25C2541A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2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EE4C3-6CC7-7123-A395-D8363627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747F0-2539-B185-EEB9-02EA6F34F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CF84-5687-C352-956B-7AEE9EE7B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D9DDA-3D38-4B07-8386-79CDAAB4AC6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A8ED-1BC0-984A-570A-CD27D825F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D7A3-30E7-412B-0099-FAF41BABA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3940-A157-478B-B099-DBFE66E3B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968F704-8D07-4D57-ABDD-2C768CE7E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55"/>
          <a:stretch>
            <a:fillRect/>
          </a:stretch>
        </p:blipFill>
        <p:spPr>
          <a:xfrm>
            <a:off x="-1" y="-856"/>
            <a:ext cx="12341525" cy="6857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DA973-FDF3-EA28-9DF7-8A920293AEF5}"/>
              </a:ext>
            </a:extLst>
          </p:cNvPr>
          <p:cNvSpPr txBox="1"/>
          <p:nvPr/>
        </p:nvSpPr>
        <p:spPr>
          <a:xfrm>
            <a:off x="8635304" y="516671"/>
            <a:ext cx="3054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Space Game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34B96-EFA6-5FDA-F0F0-2E5419B6037F}"/>
              </a:ext>
            </a:extLst>
          </p:cNvPr>
          <p:cNvSpPr txBox="1"/>
          <p:nvPr/>
        </p:nvSpPr>
        <p:spPr>
          <a:xfrm>
            <a:off x="8437484" y="2171687"/>
            <a:ext cx="3450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Joshua Velasquez and Jonathan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Yalew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287E53-BE69-CED9-00D9-E58FD99539BA}"/>
              </a:ext>
            </a:extLst>
          </p:cNvPr>
          <p:cNvSpPr txBox="1"/>
          <p:nvPr/>
        </p:nvSpPr>
        <p:spPr>
          <a:xfrm>
            <a:off x="7932838" y="2990491"/>
            <a:ext cx="3955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2D mini space shooter game built with Python and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Players control a spaceship, shoot asteroids, and avoid them to survive and score points.</a:t>
            </a:r>
          </a:p>
          <a:p>
            <a:br>
              <a:rPr lang="en-US" dirty="0"/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31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476285DAE3C7469FB61C1390828504" ma:contentTypeVersion="13" ma:contentTypeDescription="Create a new document." ma:contentTypeScope="" ma:versionID="3696c52941d19d514f7825f91d0a51d6">
  <xsd:schema xmlns:xsd="http://www.w3.org/2001/XMLSchema" xmlns:xs="http://www.w3.org/2001/XMLSchema" xmlns:p="http://schemas.microsoft.com/office/2006/metadata/properties" xmlns:ns3="3376e1d7-75cd-413e-a0c9-be57acd0cc5c" xmlns:ns4="7c9ca8ff-cd8b-4451-bafa-f5b68653568e" targetNamespace="http://schemas.microsoft.com/office/2006/metadata/properties" ma:root="true" ma:fieldsID="8704d88d2ca58552c5dac33fb317f1be" ns3:_="" ns4:_="">
    <xsd:import namespace="3376e1d7-75cd-413e-a0c9-be57acd0cc5c"/>
    <xsd:import namespace="7c9ca8ff-cd8b-4451-bafa-f5b6865356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76e1d7-75cd-413e-a0c9-be57acd0cc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9ca8ff-cd8b-4451-bafa-f5b6865356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76e1d7-75cd-413e-a0c9-be57acd0cc5c" xsi:nil="true"/>
  </documentManagement>
</p:properties>
</file>

<file path=customXml/itemProps1.xml><?xml version="1.0" encoding="utf-8"?>
<ds:datastoreItem xmlns:ds="http://schemas.openxmlformats.org/officeDocument/2006/customXml" ds:itemID="{ECDEEB8E-9AD1-4C1F-87A5-91527DF277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15B05-3A7D-4B14-B007-1C67FB4C4B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76e1d7-75cd-413e-a0c9-be57acd0cc5c"/>
    <ds:schemaRef ds:uri="7c9ca8ff-cd8b-4451-bafa-f5b6865356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62FA25-6CB5-4EF8-B138-8D286137C568}">
  <ds:schemaRefs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7c9ca8ff-cd8b-4451-bafa-f5b68653568e"/>
    <ds:schemaRef ds:uri="3376e1d7-75cd-413e-a0c9-be57acd0cc5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 Space Game</Template>
  <TotalTime>0</TotalTime>
  <Words>43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Velasquez</dc:creator>
  <cp:lastModifiedBy>Joshua Velasquez</cp:lastModifiedBy>
  <cp:revision>1</cp:revision>
  <dcterms:created xsi:type="dcterms:W3CDTF">2025-11-19T22:43:37Z</dcterms:created>
  <dcterms:modified xsi:type="dcterms:W3CDTF">2025-11-19T22:43:52Z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0x010100BA476285DAE3C7469FB61C1390828504</vt:lpwstr>
  </property>
</Properties>
</file>